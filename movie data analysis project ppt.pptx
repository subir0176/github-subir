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67" d="100"/>
          <a:sy n="67" d="100"/>
        </p:scale>
        <p:origin x="94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29-06-2026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29-06-2026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29-06-2026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29-06-2026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hyperlink" Target="http://www.theiscale.com/" TargetMode="External"/><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4798" y="2846252"/>
            <a:ext cx="3739525" cy="2112610"/>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67DDB98E-A6E3-8D94-C892-3B6502003D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153D7908-D34C-7400-BA57-0E2811778E89}"/>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a:t>
            </a:r>
            <a:r>
              <a:rPr lang="en-IN" sz="1500" b="1" dirty="0">
                <a:hlinkClick r:id="rId3"/>
              </a:rPr>
              <a:t>www.theiscale.com</a:t>
            </a:r>
            <a:r>
              <a:rPr lang="en-IN" sz="1500" b="1" dirty="0"/>
              <a:t>       Contact : 7880-113-112         </a:t>
            </a:r>
            <a:r>
              <a:rPr lang="en-IN" sz="1500" b="1" dirty="0" err="1"/>
              <a:t>theiscale</a:t>
            </a:r>
            <a:r>
              <a:rPr lang="en-IN" sz="1500" b="1" dirty="0"/>
              <a:t>       </a:t>
            </a:r>
            <a:r>
              <a:rPr lang="en-IN" sz="1500" b="1" dirty="0" err="1"/>
              <a:t>theiscale.founders</a:t>
            </a:r>
            <a:r>
              <a:rPr lang="en-IN" sz="1500" b="1" dirty="0"/>
              <a:t> </a:t>
            </a:r>
          </a:p>
        </p:txBody>
      </p:sp>
      <p:pic>
        <p:nvPicPr>
          <p:cNvPr id="13" name="Picture 12">
            <a:extLst>
              <a:ext uri="{FF2B5EF4-FFF2-40B4-BE49-F238E27FC236}">
                <a16:creationId xmlns:a16="http://schemas.microsoft.com/office/drawing/2014/main" id="{06094CB6-E62B-1C25-C08A-FAFD08EF02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733" y="4349387"/>
            <a:ext cx="210408" cy="225934"/>
          </a:xfrm>
          <a:prstGeom prst="rect">
            <a:avLst/>
          </a:prstGeom>
        </p:spPr>
      </p:pic>
      <p:pic>
        <p:nvPicPr>
          <p:cNvPr id="18" name="Picture 17">
            <a:extLst>
              <a:ext uri="{FF2B5EF4-FFF2-40B4-BE49-F238E27FC236}">
                <a16:creationId xmlns:a16="http://schemas.microsoft.com/office/drawing/2014/main" id="{C4C0BC3C-5943-9400-F26B-7A0A136844B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727" r="15142" b="3544"/>
          <a:stretch/>
        </p:blipFill>
        <p:spPr>
          <a:xfrm>
            <a:off x="4691616" y="4349387"/>
            <a:ext cx="236305" cy="225934"/>
          </a:xfrm>
          <a:prstGeom prst="rect">
            <a:avLst/>
          </a:prstGeom>
        </p:spPr>
      </p:pic>
      <p:pic>
        <p:nvPicPr>
          <p:cNvPr id="12" name="Picture 11">
            <a:extLst>
              <a:ext uri="{FF2B5EF4-FFF2-40B4-BE49-F238E27FC236}">
                <a16:creationId xmlns:a16="http://schemas.microsoft.com/office/drawing/2014/main" id="{5378D570-F4C1-318F-8C96-5C0DCAA7C6D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4727" r="15142" b="3544"/>
          <a:stretch/>
        </p:blipFill>
        <p:spPr>
          <a:xfrm>
            <a:off x="5799996" y="4377890"/>
            <a:ext cx="187726" cy="179487"/>
          </a:xfrm>
          <a:prstGeom prst="rect">
            <a:avLst/>
          </a:prstGeom>
        </p:spPr>
      </p:pic>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9544</TotalTime>
  <Words>389</Words>
  <Application>Microsoft Office PowerPoint</Application>
  <PresentationFormat>On-screen Show (16:9)</PresentationFormat>
  <Paragraphs>21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Subir Mondal</cp:lastModifiedBy>
  <cp:revision>1411</cp:revision>
  <dcterms:created xsi:type="dcterms:W3CDTF">2022-12-29T08:52:07Z</dcterms:created>
  <dcterms:modified xsi:type="dcterms:W3CDTF">2026-06-29T16:33:24Z</dcterms:modified>
</cp:coreProperties>
</file>